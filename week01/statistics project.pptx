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1" r:id="rId4"/>
    <p:sldId id="275" r:id="rId5"/>
    <p:sldId id="272" r:id="rId6"/>
    <p:sldId id="273" r:id="rId7"/>
    <p:sldId id="274" r:id="rId8"/>
    <p:sldId id="267" r:id="rId9"/>
    <p:sldId id="277" r:id="rId10"/>
    <p:sldId id="276" r:id="rId11"/>
  </p:sldIdLst>
  <p:sldSz cx="18288000" cy="10287000"/>
  <p:notesSz cx="6858000" cy="9144000"/>
  <p:embeddedFontLst>
    <p:embeddedFont>
      <p:font typeface="Boriboon" panose="020B0604020202020204" charset="-34"/>
      <p:regular r:id="rId12"/>
    </p:embeddedFont>
    <p:embeddedFont>
      <p:font typeface="Boriboon Bold" panose="020B0604020202020204" charset="-34"/>
      <p:regular r:id="rId13"/>
    </p:embeddedFont>
    <p:embeddedFont>
      <p:font typeface="Loubag" panose="020B0604020202020204" charset="0"/>
      <p:regular r:id="rId14"/>
    </p:embeddedFont>
    <p:embeddedFont>
      <p:font typeface="Loubag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940" y="2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B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61855" y="-2211799"/>
            <a:ext cx="3024635" cy="4423598"/>
          </a:xfrm>
          <a:custGeom>
            <a:avLst/>
            <a:gdLst/>
            <a:ahLst/>
            <a:cxnLst/>
            <a:rect l="l" t="t" r="r" b="b"/>
            <a:pathLst>
              <a:path w="3024635" h="4423598">
                <a:moveTo>
                  <a:pt x="0" y="0"/>
                </a:moveTo>
                <a:lnTo>
                  <a:pt x="3024635" y="0"/>
                </a:lnTo>
                <a:lnTo>
                  <a:pt x="3024635" y="4423598"/>
                </a:lnTo>
                <a:lnTo>
                  <a:pt x="0" y="4423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956830">
            <a:off x="-71763" y="6231341"/>
            <a:ext cx="3698126" cy="4448874"/>
          </a:xfrm>
          <a:custGeom>
            <a:avLst/>
            <a:gdLst/>
            <a:ahLst/>
            <a:cxnLst/>
            <a:rect l="l" t="t" r="r" b="b"/>
            <a:pathLst>
              <a:path w="3698126" h="4448874">
                <a:moveTo>
                  <a:pt x="0" y="0"/>
                </a:moveTo>
                <a:lnTo>
                  <a:pt x="3698126" y="0"/>
                </a:lnTo>
                <a:lnTo>
                  <a:pt x="3698126" y="4448873"/>
                </a:lnTo>
                <a:lnTo>
                  <a:pt x="0" y="4448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 rot="-161141">
            <a:off x="14558943" y="7551130"/>
            <a:ext cx="3872014" cy="2865290"/>
          </a:xfrm>
          <a:custGeom>
            <a:avLst/>
            <a:gdLst/>
            <a:ahLst/>
            <a:cxnLst/>
            <a:rect l="l" t="t" r="r" b="b"/>
            <a:pathLst>
              <a:path w="3872014" h="2865290">
                <a:moveTo>
                  <a:pt x="0" y="0"/>
                </a:moveTo>
                <a:lnTo>
                  <a:pt x="3872013" y="0"/>
                </a:lnTo>
                <a:lnTo>
                  <a:pt x="3872013" y="2865290"/>
                </a:lnTo>
                <a:lnTo>
                  <a:pt x="0" y="2865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3939658">
            <a:off x="2106050" y="-98087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6"/>
                </a:lnTo>
                <a:lnTo>
                  <a:pt x="0" y="16480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 rot="-7004280">
            <a:off x="-310402" y="-570785"/>
            <a:ext cx="1886615" cy="2165412"/>
          </a:xfrm>
          <a:custGeom>
            <a:avLst/>
            <a:gdLst/>
            <a:ahLst/>
            <a:cxnLst/>
            <a:rect l="l" t="t" r="r" b="b"/>
            <a:pathLst>
              <a:path w="1886615" h="2165412">
                <a:moveTo>
                  <a:pt x="0" y="0"/>
                </a:moveTo>
                <a:lnTo>
                  <a:pt x="1886615" y="0"/>
                </a:lnTo>
                <a:lnTo>
                  <a:pt x="1886615" y="2165411"/>
                </a:lnTo>
                <a:lnTo>
                  <a:pt x="0" y="21654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7165910" y="604984"/>
            <a:ext cx="3956180" cy="1271858"/>
          </a:xfrm>
          <a:custGeom>
            <a:avLst/>
            <a:gdLst/>
            <a:ahLst/>
            <a:cxnLst/>
            <a:rect l="l" t="t" r="r" b="b"/>
            <a:pathLst>
              <a:path w="3956180" h="1271858">
                <a:moveTo>
                  <a:pt x="0" y="0"/>
                </a:moveTo>
                <a:lnTo>
                  <a:pt x="3956180" y="0"/>
                </a:lnTo>
                <a:lnTo>
                  <a:pt x="3956180" y="1271858"/>
                </a:lnTo>
                <a:lnTo>
                  <a:pt x="0" y="1271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-2965657">
            <a:off x="312023" y="3146205"/>
            <a:ext cx="3882490" cy="2182335"/>
          </a:xfrm>
          <a:custGeom>
            <a:avLst/>
            <a:gdLst/>
            <a:ahLst/>
            <a:cxnLst/>
            <a:rect l="l" t="t" r="r" b="b"/>
            <a:pathLst>
              <a:path w="3882490" h="2182335">
                <a:moveTo>
                  <a:pt x="0" y="0"/>
                </a:moveTo>
                <a:lnTo>
                  <a:pt x="3882491" y="0"/>
                </a:lnTo>
                <a:lnTo>
                  <a:pt x="3882491" y="2182336"/>
                </a:lnTo>
                <a:lnTo>
                  <a:pt x="0" y="21823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 rot="441963">
            <a:off x="14614893" y="3180627"/>
            <a:ext cx="3308988" cy="2316292"/>
          </a:xfrm>
          <a:custGeom>
            <a:avLst/>
            <a:gdLst/>
            <a:ahLst/>
            <a:cxnLst/>
            <a:rect l="l" t="t" r="r" b="b"/>
            <a:pathLst>
              <a:path w="3308988" h="2316292">
                <a:moveTo>
                  <a:pt x="0" y="0"/>
                </a:moveTo>
                <a:lnTo>
                  <a:pt x="3308989" y="0"/>
                </a:lnTo>
                <a:lnTo>
                  <a:pt x="3308989" y="2316292"/>
                </a:lnTo>
                <a:lnTo>
                  <a:pt x="0" y="23162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7584583" y="7783854"/>
            <a:ext cx="3118834" cy="2080262"/>
          </a:xfrm>
          <a:custGeom>
            <a:avLst/>
            <a:gdLst/>
            <a:ahLst/>
            <a:cxnLst/>
            <a:rect l="l" t="t" r="r" b="b"/>
            <a:pathLst>
              <a:path w="3118834" h="2080262">
                <a:moveTo>
                  <a:pt x="0" y="0"/>
                </a:moveTo>
                <a:lnTo>
                  <a:pt x="3118834" y="0"/>
                </a:lnTo>
                <a:lnTo>
                  <a:pt x="3118834" y="2080262"/>
                </a:lnTo>
                <a:lnTo>
                  <a:pt x="0" y="20802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TextBox 11"/>
          <p:cNvSpPr txBox="1"/>
          <p:nvPr/>
        </p:nvSpPr>
        <p:spPr>
          <a:xfrm>
            <a:off x="4472770" y="4014626"/>
            <a:ext cx="9342460" cy="79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1"/>
              </a:lnSpc>
            </a:pPr>
            <a:r>
              <a:rPr lang="en-US" sz="5193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COFFEE HABITS ON CAMPUS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3144" y="5626191"/>
            <a:ext cx="3741713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3B191D"/>
                </a:solidFill>
                <a:latin typeface="Boriboon Bold"/>
                <a:ea typeface="Boriboon Bold"/>
                <a:cs typeface="Boriboon Bold"/>
                <a:sym typeface="Boriboon Bold"/>
              </a:rPr>
              <a:t>Presented by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70205" y="6195151"/>
            <a:ext cx="1947590" cy="43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0"/>
              </a:lnSpc>
            </a:pPr>
            <a:r>
              <a:rPr lang="en-US" sz="1271" b="1">
                <a:solidFill>
                  <a:srgbClr val="3B191D"/>
                </a:solidFill>
                <a:latin typeface="Loubag Bold"/>
                <a:ea typeface="Loubag Bold"/>
                <a:cs typeface="Loubag Bold"/>
                <a:sym typeface="Loubag Bold"/>
              </a:rPr>
              <a:t>Youssef, Valentin and Asad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38200" y="1257300"/>
            <a:ext cx="95631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4" lvl="1">
              <a:lnSpc>
                <a:spcPts val="3499"/>
              </a:lnSpc>
            </a:pPr>
            <a:r>
              <a:rPr lang="en-US" sz="2800" dirty="0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Objectives</a:t>
            </a:r>
          </a:p>
          <a:p>
            <a:pPr marL="269874" lvl="1">
              <a:lnSpc>
                <a:spcPts val="3499"/>
              </a:lnSpc>
            </a:pPr>
            <a:endParaRPr lang="de-DE" sz="2800" dirty="0"/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de-DE" sz="2499" dirty="0">
                <a:solidFill>
                  <a:srgbClr val="3B191D"/>
                </a:solidFill>
                <a:latin typeface="Boriboon"/>
                <a:cs typeface="Boriboon"/>
              </a:rPr>
              <a:t>Investigate students’ coffee consumption habits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cs typeface="Boriboon"/>
              </a:rPr>
              <a:t>Understand preferences by location, type, and reason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cs typeface="Boriboon"/>
              </a:rPr>
              <a:t>Explore how semester and other factors relate to coffee choices</a:t>
            </a:r>
            <a:endParaRPr lang="en-US" sz="2499" dirty="0">
              <a:solidFill>
                <a:srgbClr val="3B191D"/>
              </a:solidFill>
              <a:latin typeface="Boriboon"/>
              <a:cs typeface="Boriboon"/>
              <a:sym typeface="Boriboon"/>
            </a:endParaRP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E104BA7-9C39-F4AD-FB85-24B46F7B0405}"/>
              </a:ext>
            </a:extLst>
          </p:cNvPr>
          <p:cNvSpPr txBox="1"/>
          <p:nvPr/>
        </p:nvSpPr>
        <p:spPr>
          <a:xfrm>
            <a:off x="838200" y="4068003"/>
            <a:ext cx="9563100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4" lvl="1">
              <a:lnSpc>
                <a:spcPts val="3499"/>
              </a:lnSpc>
            </a:pPr>
            <a:r>
              <a:rPr lang="en-US" sz="2800" dirty="0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Dataset Summary</a:t>
            </a:r>
          </a:p>
          <a:p>
            <a:pPr marL="269874" lvl="1">
              <a:lnSpc>
                <a:spcPts val="3499"/>
              </a:lnSpc>
            </a:pPr>
            <a:endParaRPr lang="de-DE" sz="2800" dirty="0"/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Data points: 113 students 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Time of data collection: 10:00 – 11:00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Data collection methods: In-person survey and online form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Location: In front of campus shop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Target audience: Mainly students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3B191D"/>
              </a:solidFill>
              <a:latin typeface="Boriboon"/>
              <a:ea typeface="Boriboon"/>
              <a:cs typeface="Boriboon"/>
              <a:sym typeface="Boribo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F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F8036-E7E8-B0E9-541F-B7878A82A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237D09F-6487-A8F5-6E4E-ADE9E3BCE0D0}"/>
              </a:ext>
            </a:extLst>
          </p:cNvPr>
          <p:cNvSpPr txBox="1"/>
          <p:nvPr/>
        </p:nvSpPr>
        <p:spPr>
          <a:xfrm>
            <a:off x="838200" y="1257300"/>
            <a:ext cx="9563100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4" lvl="1">
              <a:lnSpc>
                <a:spcPts val="3499"/>
              </a:lnSpc>
            </a:pPr>
            <a:r>
              <a:rPr lang="en-US" sz="2800" dirty="0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Survey Questions</a:t>
            </a:r>
          </a:p>
          <a:p>
            <a:pPr marL="269874" lvl="1">
              <a:lnSpc>
                <a:spcPts val="3499"/>
              </a:lnSpc>
            </a:pPr>
            <a:endParaRPr lang="de-DE" sz="2800" dirty="0"/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cs typeface="Boriboon"/>
                <a:sym typeface="Loubag"/>
              </a:rPr>
              <a:t>How many semesters have you studied at TUHH? 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cs typeface="Boriboon"/>
                <a:sym typeface="Loubag"/>
              </a:rPr>
              <a:t>Where on campus do you usually buy coffee from 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cs typeface="Boriboon"/>
                <a:sym typeface="Loubag"/>
              </a:rPr>
              <a:t>Why do you buy coffee from that location 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cs typeface="Boriboon"/>
                <a:sym typeface="Loubag"/>
              </a:rPr>
              <a:t>What kind of coffee do you usually buy </a:t>
            </a:r>
          </a:p>
          <a:p>
            <a:pPr marL="784224" lvl="1" indent="-514350">
              <a:lnSpc>
                <a:spcPts val="3499"/>
              </a:lnSpc>
              <a:buFont typeface="+mj-lt"/>
              <a:buAutoNum type="romanUcPeriod"/>
            </a:pPr>
            <a:r>
              <a:rPr lang="en-US" sz="2499" dirty="0">
                <a:solidFill>
                  <a:srgbClr val="3B191D"/>
                </a:solidFill>
                <a:latin typeface="Boriboon"/>
                <a:cs typeface="Boriboon"/>
                <a:sym typeface="Loubag"/>
              </a:rPr>
              <a:t>On a scale from 1 to 5, how would you rate the coffee you buy</a:t>
            </a:r>
            <a:endParaRPr lang="en-US" sz="2499" dirty="0">
              <a:solidFill>
                <a:srgbClr val="3B191D"/>
              </a:solidFill>
              <a:latin typeface="Boriboon"/>
              <a:cs typeface="Boriboon"/>
              <a:sym typeface="Boriboon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89A33049-36EA-ED16-9044-41B773997340}"/>
              </a:ext>
            </a:extLst>
          </p:cNvPr>
          <p:cNvSpPr txBox="1"/>
          <p:nvPr/>
        </p:nvSpPr>
        <p:spPr>
          <a:xfrm>
            <a:off x="838200" y="4762500"/>
            <a:ext cx="9563100" cy="2236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4" lvl="1">
              <a:lnSpc>
                <a:spcPts val="3499"/>
              </a:lnSpc>
            </a:pPr>
            <a:r>
              <a:rPr lang="en-US" sz="2800" dirty="0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Our Hypothesis</a:t>
            </a:r>
            <a:endParaRPr lang="de-DE" sz="2800" dirty="0">
              <a:solidFill>
                <a:srgbClr val="3B191D"/>
              </a:solidFill>
              <a:latin typeface="Loubag"/>
              <a:ea typeface="Loubag"/>
              <a:cs typeface="Loubag"/>
              <a:sym typeface="Loubag"/>
            </a:endParaRPr>
          </a:p>
          <a:p>
            <a:pPr marL="269874" lvl="1">
              <a:lnSpc>
                <a:spcPts val="3499"/>
              </a:lnSpc>
            </a:pPr>
            <a:endParaRPr lang="de-DE" sz="2800" dirty="0">
              <a:solidFill>
                <a:srgbClr val="3B191D"/>
              </a:solidFill>
              <a:latin typeface="Loubag"/>
              <a:ea typeface="Loubag"/>
              <a:cs typeface="Loubag"/>
              <a:sym typeface="Loubag"/>
            </a:endParaRPr>
          </a:p>
          <a:p>
            <a:pPr marL="269874" lvl="1">
              <a:lnSpc>
                <a:spcPts val="3499"/>
              </a:lnSpc>
            </a:pPr>
            <a:r>
              <a:rPr lang="en-US" sz="2800" dirty="0">
                <a:solidFill>
                  <a:srgbClr val="3B191D"/>
                </a:solidFill>
                <a:latin typeface="Boriboon"/>
                <a:ea typeface="Boriboon"/>
                <a:cs typeface="Boriboon"/>
                <a:sym typeface="Boriboon"/>
              </a:rPr>
              <a:t>The longer a student has been at the TUHH, the higher they will rate their coffee</a:t>
            </a:r>
          </a:p>
          <a:p>
            <a:pPr marL="269874" lvl="1">
              <a:lnSpc>
                <a:spcPts val="3499"/>
              </a:lnSpc>
            </a:pPr>
            <a:endParaRPr lang="en-US" sz="2800" dirty="0">
              <a:solidFill>
                <a:srgbClr val="3B191D"/>
              </a:solidFill>
              <a:latin typeface="Loubag"/>
              <a:ea typeface="Loubag"/>
              <a:cs typeface="Loubag"/>
              <a:sym typeface="Loubag"/>
            </a:endParaRPr>
          </a:p>
        </p:txBody>
      </p:sp>
    </p:spTree>
    <p:extLst>
      <p:ext uri="{BB962C8B-B14F-4D97-AF65-F5344CB8AC3E}">
        <p14:creationId xmlns:p14="http://schemas.microsoft.com/office/powerpoint/2010/main" val="1673887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73CC9-F878-0DD3-37B3-FCFD00CD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287239-288B-A231-101B-D1A647B47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02" y="647700"/>
            <a:ext cx="18064027" cy="9032013"/>
          </a:xfrm>
          <a:prstGeom prst="rect">
            <a:avLst/>
          </a:prstGeom>
          <a:ln>
            <a:noFill/>
          </a:ln>
        </p:spPr>
      </p:pic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0803D-5F18-A28C-EBB5-F1BB9ACF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graph of green rectangular bars&#10;&#10;AI-generated content may be incorrect.">
            <a:extLst>
              <a:ext uri="{FF2B5EF4-FFF2-40B4-BE49-F238E27FC236}">
                <a16:creationId xmlns:a16="http://schemas.microsoft.com/office/drawing/2014/main" id="{60E9D329-9F33-F184-6B86-1756AC4DA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-16328"/>
            <a:ext cx="11887199" cy="10303328"/>
          </a:xfrm>
          <a:prstGeom prst="rect">
            <a:avLst/>
          </a:prstGeom>
          <a:ln>
            <a:noFill/>
          </a:ln>
        </p:spPr>
      </p:pic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5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C834A-0C0D-F0E7-55B3-0FFF65A8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485B0E-4160-4801-C546-6185064FA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10" y="6"/>
            <a:ext cx="16459183" cy="1028698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99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CB846-FE50-679A-B791-B6638602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38AE2EF8-0C88-9DB4-3DB9-9FDCE0CFD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-7"/>
            <a:ext cx="16459200" cy="10287011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65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B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3" name="Group 3"/>
          <p:cNvGrpSpPr/>
          <p:nvPr/>
        </p:nvGrpSpPr>
        <p:grpSpPr>
          <a:xfrm>
            <a:off x="4178434" y="1280565"/>
            <a:ext cx="9922732" cy="7725870"/>
            <a:chOff x="0" y="0"/>
            <a:chExt cx="2613395" cy="20347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13395" cy="2034797"/>
            </a:xfrm>
            <a:custGeom>
              <a:avLst/>
              <a:gdLst/>
              <a:ahLst/>
              <a:cxnLst/>
              <a:rect l="l" t="t" r="r" b="b"/>
              <a:pathLst>
                <a:path w="2613395" h="2034797">
                  <a:moveTo>
                    <a:pt x="1306697" y="0"/>
                  </a:moveTo>
                  <a:cubicBezTo>
                    <a:pt x="585028" y="0"/>
                    <a:pt x="0" y="455505"/>
                    <a:pt x="0" y="1017399"/>
                  </a:cubicBezTo>
                  <a:cubicBezTo>
                    <a:pt x="0" y="1579292"/>
                    <a:pt x="585028" y="2034797"/>
                    <a:pt x="1306697" y="2034797"/>
                  </a:cubicBezTo>
                  <a:cubicBezTo>
                    <a:pt x="2028366" y="2034797"/>
                    <a:pt x="2613395" y="1579292"/>
                    <a:pt x="2613395" y="1017399"/>
                  </a:cubicBezTo>
                  <a:cubicBezTo>
                    <a:pt x="2613395" y="455505"/>
                    <a:pt x="2028366" y="0"/>
                    <a:pt x="1306697" y="0"/>
                  </a:cubicBezTo>
                  <a:close/>
                </a:path>
              </a:pathLst>
            </a:custGeom>
            <a:solidFill>
              <a:srgbClr val="F8EFE5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5006" y="162187"/>
              <a:ext cx="2123383" cy="1681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101166" y="-179750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3"/>
                </a:lnTo>
                <a:lnTo>
                  <a:pt x="0" y="4618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729829">
            <a:off x="-331243" y="6148586"/>
            <a:ext cx="3698126" cy="4448874"/>
          </a:xfrm>
          <a:custGeom>
            <a:avLst/>
            <a:gdLst/>
            <a:ahLst/>
            <a:cxnLst/>
            <a:rect l="l" t="t" r="r" b="b"/>
            <a:pathLst>
              <a:path w="3698126" h="4448874">
                <a:moveTo>
                  <a:pt x="0" y="0"/>
                </a:moveTo>
                <a:lnTo>
                  <a:pt x="3698127" y="0"/>
                </a:lnTo>
                <a:lnTo>
                  <a:pt x="3698127" y="4448874"/>
                </a:lnTo>
                <a:lnTo>
                  <a:pt x="0" y="4448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-161141">
            <a:off x="13738165" y="7250138"/>
            <a:ext cx="3872014" cy="2865290"/>
          </a:xfrm>
          <a:custGeom>
            <a:avLst/>
            <a:gdLst/>
            <a:ahLst/>
            <a:cxnLst/>
            <a:rect l="l" t="t" r="r" b="b"/>
            <a:pathLst>
              <a:path w="3872014" h="2865290">
                <a:moveTo>
                  <a:pt x="0" y="0"/>
                </a:moveTo>
                <a:lnTo>
                  <a:pt x="3872014" y="0"/>
                </a:lnTo>
                <a:lnTo>
                  <a:pt x="3872014" y="2865290"/>
                </a:lnTo>
                <a:lnTo>
                  <a:pt x="0" y="2865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 rot="3939658">
            <a:off x="2106050" y="-98087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6"/>
                </a:lnTo>
                <a:lnTo>
                  <a:pt x="0" y="1648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 rot="-2238453" flipH="1">
            <a:off x="3043109" y="9423951"/>
            <a:ext cx="892396" cy="1024271"/>
          </a:xfrm>
          <a:custGeom>
            <a:avLst/>
            <a:gdLst/>
            <a:ahLst/>
            <a:cxnLst/>
            <a:rect l="l" t="t" r="r" b="b"/>
            <a:pathLst>
              <a:path w="892396" h="1024271">
                <a:moveTo>
                  <a:pt x="892396" y="0"/>
                </a:moveTo>
                <a:lnTo>
                  <a:pt x="0" y="0"/>
                </a:lnTo>
                <a:lnTo>
                  <a:pt x="0" y="1024271"/>
                </a:lnTo>
                <a:lnTo>
                  <a:pt x="892396" y="1024271"/>
                </a:lnTo>
                <a:lnTo>
                  <a:pt x="89239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7004280">
            <a:off x="-310402" y="-570785"/>
            <a:ext cx="1886615" cy="2165412"/>
          </a:xfrm>
          <a:custGeom>
            <a:avLst/>
            <a:gdLst/>
            <a:ahLst/>
            <a:cxnLst/>
            <a:rect l="l" t="t" r="r" b="b"/>
            <a:pathLst>
              <a:path w="1886615" h="2165412">
                <a:moveTo>
                  <a:pt x="0" y="0"/>
                </a:moveTo>
                <a:lnTo>
                  <a:pt x="1886615" y="0"/>
                </a:lnTo>
                <a:lnTo>
                  <a:pt x="1886615" y="2165411"/>
                </a:lnTo>
                <a:lnTo>
                  <a:pt x="0" y="2165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1334459" flipH="1">
            <a:off x="-904437" y="2190700"/>
            <a:ext cx="3074684" cy="3660339"/>
          </a:xfrm>
          <a:custGeom>
            <a:avLst/>
            <a:gdLst/>
            <a:ahLst/>
            <a:cxnLst/>
            <a:rect l="l" t="t" r="r" b="b"/>
            <a:pathLst>
              <a:path w="3074684" h="3660339">
                <a:moveTo>
                  <a:pt x="3074684" y="0"/>
                </a:moveTo>
                <a:lnTo>
                  <a:pt x="0" y="0"/>
                </a:lnTo>
                <a:lnTo>
                  <a:pt x="0" y="3660339"/>
                </a:lnTo>
                <a:lnTo>
                  <a:pt x="3074684" y="3660339"/>
                </a:lnTo>
                <a:lnTo>
                  <a:pt x="307468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TextBox 13"/>
          <p:cNvSpPr txBox="1"/>
          <p:nvPr/>
        </p:nvSpPr>
        <p:spPr>
          <a:xfrm>
            <a:off x="4898981" y="3069081"/>
            <a:ext cx="8481639" cy="481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78"/>
              </a:lnSpc>
            </a:pPr>
            <a:r>
              <a:rPr lang="en-US" sz="15815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THANK YOU</a:t>
            </a:r>
          </a:p>
        </p:txBody>
      </p:sp>
      <p:sp>
        <p:nvSpPr>
          <p:cNvPr id="14" name="Freeform 14"/>
          <p:cNvSpPr/>
          <p:nvPr/>
        </p:nvSpPr>
        <p:spPr>
          <a:xfrm rot="-2238453" flipH="1">
            <a:off x="4089811" y="-651993"/>
            <a:ext cx="892396" cy="1024271"/>
          </a:xfrm>
          <a:custGeom>
            <a:avLst/>
            <a:gdLst/>
            <a:ahLst/>
            <a:cxnLst/>
            <a:rect l="l" t="t" r="r" b="b"/>
            <a:pathLst>
              <a:path w="892396" h="1024271">
                <a:moveTo>
                  <a:pt x="892396" y="0"/>
                </a:moveTo>
                <a:lnTo>
                  <a:pt x="0" y="0"/>
                </a:lnTo>
                <a:lnTo>
                  <a:pt x="0" y="1024271"/>
                </a:lnTo>
                <a:lnTo>
                  <a:pt x="892396" y="1024271"/>
                </a:lnTo>
                <a:lnTo>
                  <a:pt x="89239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DBC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FC79B-FAF1-94C6-657D-B0A53F2F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DA6A4A-1897-937B-3B26-F30FEA39BA2C}"/>
              </a:ext>
            </a:extLst>
          </p:cNvPr>
          <p:cNvSpPr/>
          <p:nvPr/>
        </p:nvSpPr>
        <p:spPr>
          <a:xfrm rot="451156">
            <a:off x="16046740" y="1125958"/>
            <a:ext cx="1868693" cy="5816944"/>
          </a:xfrm>
          <a:custGeom>
            <a:avLst/>
            <a:gdLst/>
            <a:ahLst/>
            <a:cxnLst/>
            <a:rect l="l" t="t" r="r" b="b"/>
            <a:pathLst>
              <a:path w="1868693" h="5816944">
                <a:moveTo>
                  <a:pt x="0" y="0"/>
                </a:moveTo>
                <a:lnTo>
                  <a:pt x="1868693" y="0"/>
                </a:lnTo>
                <a:lnTo>
                  <a:pt x="1868693" y="5816944"/>
                </a:lnTo>
                <a:lnTo>
                  <a:pt x="0" y="581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C5F5291-2659-E5D0-BAD4-AF8CC0E052C9}"/>
              </a:ext>
            </a:extLst>
          </p:cNvPr>
          <p:cNvGrpSpPr/>
          <p:nvPr/>
        </p:nvGrpSpPr>
        <p:grpSpPr>
          <a:xfrm>
            <a:off x="4178434" y="1280565"/>
            <a:ext cx="9922732" cy="7725870"/>
            <a:chOff x="0" y="0"/>
            <a:chExt cx="2613395" cy="203479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BD22E70-1EDC-BBF6-3043-7A3CD0FA39FB}"/>
                </a:ext>
              </a:extLst>
            </p:cNvPr>
            <p:cNvSpPr/>
            <p:nvPr/>
          </p:nvSpPr>
          <p:spPr>
            <a:xfrm>
              <a:off x="0" y="0"/>
              <a:ext cx="2613395" cy="2034797"/>
            </a:xfrm>
            <a:custGeom>
              <a:avLst/>
              <a:gdLst/>
              <a:ahLst/>
              <a:cxnLst/>
              <a:rect l="l" t="t" r="r" b="b"/>
              <a:pathLst>
                <a:path w="2613395" h="2034797">
                  <a:moveTo>
                    <a:pt x="1306697" y="0"/>
                  </a:moveTo>
                  <a:cubicBezTo>
                    <a:pt x="585028" y="0"/>
                    <a:pt x="0" y="455505"/>
                    <a:pt x="0" y="1017399"/>
                  </a:cubicBezTo>
                  <a:cubicBezTo>
                    <a:pt x="0" y="1579292"/>
                    <a:pt x="585028" y="2034797"/>
                    <a:pt x="1306697" y="2034797"/>
                  </a:cubicBezTo>
                  <a:cubicBezTo>
                    <a:pt x="2028366" y="2034797"/>
                    <a:pt x="2613395" y="1579292"/>
                    <a:pt x="2613395" y="1017399"/>
                  </a:cubicBezTo>
                  <a:cubicBezTo>
                    <a:pt x="2613395" y="455505"/>
                    <a:pt x="2028366" y="0"/>
                    <a:pt x="1306697" y="0"/>
                  </a:cubicBezTo>
                  <a:close/>
                </a:path>
              </a:pathLst>
            </a:custGeom>
            <a:solidFill>
              <a:srgbClr val="F8EFE5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15ECD1C-2231-5570-F0AF-10B224B537A7}"/>
                </a:ext>
              </a:extLst>
            </p:cNvPr>
            <p:cNvSpPr txBox="1"/>
            <p:nvPr/>
          </p:nvSpPr>
          <p:spPr>
            <a:xfrm>
              <a:off x="245006" y="162187"/>
              <a:ext cx="2123383" cy="1681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84907D67-E794-CA0C-E688-269765228DE0}"/>
              </a:ext>
            </a:extLst>
          </p:cNvPr>
          <p:cNvSpPr/>
          <p:nvPr/>
        </p:nvSpPr>
        <p:spPr>
          <a:xfrm>
            <a:off x="14101166" y="-1797501"/>
            <a:ext cx="3158134" cy="4618842"/>
          </a:xfrm>
          <a:custGeom>
            <a:avLst/>
            <a:gdLst/>
            <a:ahLst/>
            <a:cxnLst/>
            <a:rect l="l" t="t" r="r" b="b"/>
            <a:pathLst>
              <a:path w="3158134" h="4618842">
                <a:moveTo>
                  <a:pt x="0" y="0"/>
                </a:moveTo>
                <a:lnTo>
                  <a:pt x="3158134" y="0"/>
                </a:lnTo>
                <a:lnTo>
                  <a:pt x="3158134" y="4618843"/>
                </a:lnTo>
                <a:lnTo>
                  <a:pt x="0" y="4618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2B0792C-861B-AA66-1AE8-6A812CBFE75C}"/>
              </a:ext>
            </a:extLst>
          </p:cNvPr>
          <p:cNvSpPr/>
          <p:nvPr/>
        </p:nvSpPr>
        <p:spPr>
          <a:xfrm rot="729829">
            <a:off x="-331243" y="6148586"/>
            <a:ext cx="3698126" cy="4448874"/>
          </a:xfrm>
          <a:custGeom>
            <a:avLst/>
            <a:gdLst/>
            <a:ahLst/>
            <a:cxnLst/>
            <a:rect l="l" t="t" r="r" b="b"/>
            <a:pathLst>
              <a:path w="3698126" h="4448874">
                <a:moveTo>
                  <a:pt x="0" y="0"/>
                </a:moveTo>
                <a:lnTo>
                  <a:pt x="3698127" y="0"/>
                </a:lnTo>
                <a:lnTo>
                  <a:pt x="3698127" y="4448874"/>
                </a:lnTo>
                <a:lnTo>
                  <a:pt x="0" y="4448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5586D50-2197-9602-1C5A-9DA5CD8185BF}"/>
              </a:ext>
            </a:extLst>
          </p:cNvPr>
          <p:cNvSpPr/>
          <p:nvPr/>
        </p:nvSpPr>
        <p:spPr>
          <a:xfrm rot="-161141">
            <a:off x="13738165" y="7250138"/>
            <a:ext cx="3872014" cy="2865290"/>
          </a:xfrm>
          <a:custGeom>
            <a:avLst/>
            <a:gdLst/>
            <a:ahLst/>
            <a:cxnLst/>
            <a:rect l="l" t="t" r="r" b="b"/>
            <a:pathLst>
              <a:path w="3872014" h="2865290">
                <a:moveTo>
                  <a:pt x="0" y="0"/>
                </a:moveTo>
                <a:lnTo>
                  <a:pt x="3872014" y="0"/>
                </a:lnTo>
                <a:lnTo>
                  <a:pt x="3872014" y="2865290"/>
                </a:lnTo>
                <a:lnTo>
                  <a:pt x="0" y="2865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FD05665-6ACC-C235-2C32-DC55BF919630}"/>
              </a:ext>
            </a:extLst>
          </p:cNvPr>
          <p:cNvSpPr/>
          <p:nvPr/>
        </p:nvSpPr>
        <p:spPr>
          <a:xfrm rot="3939658">
            <a:off x="2106050" y="-98087"/>
            <a:ext cx="1435904" cy="1648096"/>
          </a:xfrm>
          <a:custGeom>
            <a:avLst/>
            <a:gdLst/>
            <a:ahLst/>
            <a:cxnLst/>
            <a:rect l="l" t="t" r="r" b="b"/>
            <a:pathLst>
              <a:path w="1435904" h="1648096">
                <a:moveTo>
                  <a:pt x="0" y="0"/>
                </a:moveTo>
                <a:lnTo>
                  <a:pt x="1435904" y="0"/>
                </a:lnTo>
                <a:lnTo>
                  <a:pt x="1435904" y="1648096"/>
                </a:lnTo>
                <a:lnTo>
                  <a:pt x="0" y="1648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DA97F4C-DBA1-CF8A-62DD-420AEA41F55C}"/>
              </a:ext>
            </a:extLst>
          </p:cNvPr>
          <p:cNvSpPr/>
          <p:nvPr/>
        </p:nvSpPr>
        <p:spPr>
          <a:xfrm rot="-2238453" flipH="1">
            <a:off x="3043109" y="9423951"/>
            <a:ext cx="892396" cy="1024271"/>
          </a:xfrm>
          <a:custGeom>
            <a:avLst/>
            <a:gdLst/>
            <a:ahLst/>
            <a:cxnLst/>
            <a:rect l="l" t="t" r="r" b="b"/>
            <a:pathLst>
              <a:path w="892396" h="1024271">
                <a:moveTo>
                  <a:pt x="892396" y="0"/>
                </a:moveTo>
                <a:lnTo>
                  <a:pt x="0" y="0"/>
                </a:lnTo>
                <a:lnTo>
                  <a:pt x="0" y="1024271"/>
                </a:lnTo>
                <a:lnTo>
                  <a:pt x="892396" y="1024271"/>
                </a:lnTo>
                <a:lnTo>
                  <a:pt x="89239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3CE74F3-A76A-2C7D-8B54-E5F30B92A8FC}"/>
              </a:ext>
            </a:extLst>
          </p:cNvPr>
          <p:cNvSpPr/>
          <p:nvPr/>
        </p:nvSpPr>
        <p:spPr>
          <a:xfrm rot="-7004280">
            <a:off x="-310402" y="-570785"/>
            <a:ext cx="1886615" cy="2165412"/>
          </a:xfrm>
          <a:custGeom>
            <a:avLst/>
            <a:gdLst/>
            <a:ahLst/>
            <a:cxnLst/>
            <a:rect l="l" t="t" r="r" b="b"/>
            <a:pathLst>
              <a:path w="1886615" h="2165412">
                <a:moveTo>
                  <a:pt x="0" y="0"/>
                </a:moveTo>
                <a:lnTo>
                  <a:pt x="1886615" y="0"/>
                </a:lnTo>
                <a:lnTo>
                  <a:pt x="1886615" y="2165411"/>
                </a:lnTo>
                <a:lnTo>
                  <a:pt x="0" y="2165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2F6C081-CC26-EDB8-BC0D-5747C285C130}"/>
              </a:ext>
            </a:extLst>
          </p:cNvPr>
          <p:cNvSpPr/>
          <p:nvPr/>
        </p:nvSpPr>
        <p:spPr>
          <a:xfrm rot="1334459" flipH="1">
            <a:off x="-904437" y="2190700"/>
            <a:ext cx="3074684" cy="3660339"/>
          </a:xfrm>
          <a:custGeom>
            <a:avLst/>
            <a:gdLst/>
            <a:ahLst/>
            <a:cxnLst/>
            <a:rect l="l" t="t" r="r" b="b"/>
            <a:pathLst>
              <a:path w="3074684" h="3660339">
                <a:moveTo>
                  <a:pt x="3074684" y="0"/>
                </a:moveTo>
                <a:lnTo>
                  <a:pt x="0" y="0"/>
                </a:lnTo>
                <a:lnTo>
                  <a:pt x="0" y="3660339"/>
                </a:lnTo>
                <a:lnTo>
                  <a:pt x="3074684" y="3660339"/>
                </a:lnTo>
                <a:lnTo>
                  <a:pt x="307468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5D6E7BE-68D9-DA3C-7545-91CC1B283A6B}"/>
              </a:ext>
            </a:extLst>
          </p:cNvPr>
          <p:cNvSpPr txBox="1"/>
          <p:nvPr/>
        </p:nvSpPr>
        <p:spPr>
          <a:xfrm>
            <a:off x="4898981" y="3069081"/>
            <a:ext cx="8481639" cy="485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78"/>
              </a:lnSpc>
            </a:pPr>
            <a:r>
              <a:rPr lang="en-US" sz="15815" dirty="0">
                <a:solidFill>
                  <a:srgbClr val="3B191D"/>
                </a:solidFill>
                <a:latin typeface="Loubag"/>
                <a:ea typeface="Loubag"/>
                <a:cs typeface="Loubag"/>
                <a:sym typeface="Loubag"/>
              </a:rPr>
              <a:t>Bonus Stats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5A82962-FEB4-E29B-1D19-D5293474E2F5}"/>
              </a:ext>
            </a:extLst>
          </p:cNvPr>
          <p:cNvSpPr/>
          <p:nvPr/>
        </p:nvSpPr>
        <p:spPr>
          <a:xfrm rot="-2238453" flipH="1">
            <a:off x="4089811" y="-651993"/>
            <a:ext cx="892396" cy="1024271"/>
          </a:xfrm>
          <a:custGeom>
            <a:avLst/>
            <a:gdLst/>
            <a:ahLst/>
            <a:cxnLst/>
            <a:rect l="l" t="t" r="r" b="b"/>
            <a:pathLst>
              <a:path w="892396" h="1024271">
                <a:moveTo>
                  <a:pt x="892396" y="0"/>
                </a:moveTo>
                <a:lnTo>
                  <a:pt x="0" y="0"/>
                </a:lnTo>
                <a:lnTo>
                  <a:pt x="0" y="1024271"/>
                </a:lnTo>
                <a:lnTo>
                  <a:pt x="892396" y="1024271"/>
                </a:lnTo>
                <a:lnTo>
                  <a:pt x="89239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5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0E3890-9481-B48E-E0A6-0B71CC42A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363E7-B47B-792C-8CC0-3CEACBF54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FA70A59-EBF3-B4FB-8A7F-CC999BA3F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7B748E-E9D2-F0C4-6F78-3842CC268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7F8A63-9A1E-6E02-DAA7-12EC609A4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DFEA87A-38B2-EFA7-9642-7ABF144A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F200ADE-1556-D598-DE21-16D07F43E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3EDD4B-4A87-C2DE-7829-D05C62590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-1"/>
            <a:ext cx="16459200" cy="10286999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1977EFA-17F2-F918-E7A0-B3BC71651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2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Benutzerdefiniert</PresentationFormat>
  <Paragraphs>27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Loubag</vt:lpstr>
      <vt:lpstr>Calibri</vt:lpstr>
      <vt:lpstr>Boriboon</vt:lpstr>
      <vt:lpstr>Loubag Bold</vt:lpstr>
      <vt:lpstr>Arial</vt:lpstr>
      <vt:lpstr>Boriboon Bold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project</dc:title>
  <cp:lastModifiedBy>Valentin Weichsel</cp:lastModifiedBy>
  <cp:revision>6</cp:revision>
  <dcterms:created xsi:type="dcterms:W3CDTF">2006-08-16T00:00:00Z</dcterms:created>
  <dcterms:modified xsi:type="dcterms:W3CDTF">2025-11-06T16:49:14Z</dcterms:modified>
  <dc:identifier>DAG30-L6nz0</dc:identifier>
</cp:coreProperties>
</file>